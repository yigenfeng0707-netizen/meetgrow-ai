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月收入（万元）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EA5E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第1月</c:v>
                  </c:pt>
                  <c:pt idx="1">
                    <c:v>第2月</c:v>
                  </c:pt>
                  <c:pt idx="2">
                    <c:v>第3月</c:v>
                  </c:pt>
                  <c:pt idx="3">
                    <c:v>第6月</c:v>
                  </c:pt>
                  <c:pt idx="4">
                    <c:v>第12月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7.2</c:v>
                </c:pt>
                <c:pt idx="2">
                  <c:v>16</c:v>
                </c:pt>
                <c:pt idx="3">
                  <c:v>38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EA5E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22C55E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-1371600"/>
            <a:ext cx="3657600" cy="3657600"/>
          </a:xfrm>
          <a:prstGeom prst="ellipse">
            <a:avLst/>
          </a:prstGeom>
          <a:solidFill>
            <a:srgbClr val="A855F7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🚀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463040" y="914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MeetGrow AI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4630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会展招商增长智能体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2377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一键生成</a:t>
            </a:r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大会招商</a:t>
            </a:r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增长闭环方案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输入活动信息，AI 在 1-3 分钟内自动生成从定位、招商、传播到转化的完整 11 模块增长方案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731520"/>
            <a:ext cx="2377440" cy="3657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核心输出模块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583680" y="2167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国产AI模型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596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0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分钟生成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438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¥0.05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583680" y="3849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每次成本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招商路演 · 产品介绍 ·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行业痛点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会展招商的四大困境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920240" cy="2743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效率低下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人工撰写一份完整招商方案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3-7 天，严重拖慢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活动筹备节奏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1920240" cy="2743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8288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质量不稳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8892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方案质量依赖个人经验，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缺乏标准化方法论，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难以规模化复制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1920240" cy="2743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28800"/>
            <a:ext cx="192024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链路断裂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定位、招商、传播、转化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各环节脱节，无法形成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完整的增长闭环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828800"/>
            <a:ext cx="1920240" cy="2743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828800"/>
            <a:ext cx="192024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成本高企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聘请专业招商团队或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咨询公司费用动辄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数万到数十万元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MeetGrow AI — 你的 AI 招商增长专家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专为会展、峰会、沙龙、园区招商、企业培训等活动场景打造的 AI 招商增长智能体。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冠军级招商方法论数字化，AI 自动生成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11 模块增长闭环，拿来即用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369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每个模块含话术模板 + 执行清单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21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6 大国产 AI 模型自由切换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零安装，浏览器打开即用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645920"/>
            <a:ext cx="3840480" cy="31089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1920240"/>
            <a:ext cx="3108960" cy="475488"/>
          </a:xfrm>
          <a:prstGeom prst="rect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920240"/>
            <a:ext cx="54864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920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输入活动信息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2633472"/>
            <a:ext cx="3108960" cy="475488"/>
          </a:xfrm>
          <a:prstGeom prst="rect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2633472"/>
            <a:ext cx="54864" cy="47548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26334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智能生成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090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3346704"/>
            <a:ext cx="3108960" cy="475488"/>
          </a:xfrm>
          <a:prstGeom prst="rect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3346704"/>
            <a:ext cx="54864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33467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11 模块方案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803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4059936"/>
            <a:ext cx="3108960" cy="475488"/>
          </a:xfrm>
          <a:prstGeom prst="rect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4059936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40599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一键导出使用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用数据说话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6596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100x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从数天缩短至分钟级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196596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60604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输出模块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063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覆盖招商全链路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196596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¥0.05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单次成本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不到一毛钱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737360"/>
            <a:ext cx="196596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90372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安装成本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3063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浏览器即开即用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让每一位活动主办者都能拥有冠军级招商团队的能力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产品架构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简洁高效的技术方案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6032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25603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前端应用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 HTML 架构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零安装零部署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响应式全平台兼容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本地存储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383280" y="1737360"/>
            <a:ext cx="256032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737360"/>
            <a:ext cx="25603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AI 引擎层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兼容接口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自动断点续传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智能模块解析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217920" y="1737360"/>
            <a:ext cx="256032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73736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模型服务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大国产模型预设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自定义模型接入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用户自选 API Key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按量计费极低成本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输出模块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大核心输出模块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覆盖活动从策划到成交的全链路，每个模块独立完整、可直接落地执行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" y="192024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" y="1920240"/>
            <a:ext cx="45720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大会定位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91740" y="192024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1740" y="1920240"/>
            <a:ext cx="45720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262890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4894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890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目标客户画像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0580" y="192024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0580" y="1920240"/>
            <a:ext cx="45720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77774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778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774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核心卖点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89420" y="192024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9420" y="1920240"/>
            <a:ext cx="45720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92658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4662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265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招商合作方案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2900" y="297180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" y="2971800"/>
            <a:ext cx="45720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0100" y="3044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赞助权益设计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91740" y="297180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91740" y="2971800"/>
            <a:ext cx="45720" cy="8686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26289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948940" y="3044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2890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嘉宾邀约话术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40580" y="297180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40580" y="2971800"/>
            <a:ext cx="45720" cy="8686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477774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97780" y="3044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774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朋友圈文案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89420" y="297180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89420" y="2971800"/>
            <a:ext cx="45720" cy="8686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5" name="Text 43"/>
          <p:cNvSpPr/>
          <p:nvPr/>
        </p:nvSpPr>
        <p:spPr>
          <a:xfrm>
            <a:off x="69265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🎬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6620" y="3044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2658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短视频脚本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417320" y="402336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417320" y="4023360"/>
            <a:ext cx="45720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0" name="Text 48"/>
          <p:cNvSpPr/>
          <p:nvPr/>
        </p:nvSpPr>
        <p:spPr>
          <a:xfrm>
            <a:off x="1554480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874520" y="4096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54480" y="4480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社群运营SOP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566160" y="402336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566160" y="4023360"/>
            <a:ext cx="45720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5" name="Text 53"/>
          <p:cNvSpPr/>
          <p:nvPr/>
        </p:nvSpPr>
        <p:spPr>
          <a:xfrm>
            <a:off x="3703320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023360" y="4096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03320" y="4480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客户分层跟进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715000" y="4023360"/>
            <a:ext cx="201168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715000" y="4023360"/>
            <a:ext cx="45720" cy="8686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>
          <a:xfrm>
            <a:off x="5852160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172200" y="4096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852160" y="4480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会后成交话术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模块详解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策划与招商模块（1-5）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大会定位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核心价值主张、差异化定位、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竞品分析、品牌调性定义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6517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459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目标客户画像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人口统计特征、痛点分析、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决策路径、触达渠道偏好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6517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459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核心卖点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个核心吸引力、FAB话术、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差异化受众匹配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招商合作方案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多层级赞助体系、权益清单、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定价策略、ROI测算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291840"/>
            <a:ext cx="393192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29184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赞助权益设计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54880" y="3749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量化KPI承诺、权益兑现清单、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赞助协议核心条款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模块详解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传播与转化模块（6-11）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54864" cy="15087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嘉宾邀约话术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目标画像、邀约话术模板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（电话/微信/邮件）、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跟进节奏与拒绝应对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974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600200"/>
            <a:ext cx="54864" cy="15087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朋友圈文案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分阶段系列化文案、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图文模板、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传播排期表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6974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00200"/>
            <a:ext cx="54864" cy="15087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短视频脚本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视频选题矩阵、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脚本模板、拍摄建议、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发布推广策略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974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91840"/>
            <a:ext cx="54864" cy="1508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社群运营SOP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社群搭建流程、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每日内容排期、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付费转化路径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291840"/>
            <a:ext cx="26974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291840"/>
            <a:ext cx="54864" cy="1508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776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客户分层跟进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分级标准、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各层跟进话术、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线索分配机制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291840"/>
            <a:ext cx="26974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91840"/>
            <a:ext cx="54864" cy="1508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会后成交话术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黄金跟进流程、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异议处理技巧、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转介绍激励方案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大国产 AI 模型自由切换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9748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通义千问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Plus/Max/Turbo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188720" cy="292608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推荐首选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737360"/>
            <a:ext cx="269748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690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智谱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908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GLM-4-Plus/Flash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606040"/>
            <a:ext cx="1188720" cy="292608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Flash免费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37360"/>
            <a:ext cx="269748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4944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Moonshot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32K/128K/8K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606040"/>
            <a:ext cx="1188720" cy="292608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长文本强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269748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18872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Chat/Reasoner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206240"/>
            <a:ext cx="118872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极致低价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337560"/>
            <a:ext cx="269748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2044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06908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文心一言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069080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ERNIE 4.0/3.5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4206240"/>
            <a:ext cx="1188720" cy="292608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百度生态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337560"/>
            <a:ext cx="269748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94944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自定义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49440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OpenAI兼容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206240"/>
            <a:ext cx="1188720" cy="292608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私有部署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覆盖全类型活动场景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19659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🏢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大会 / 峰会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AI峰会、行业年会、科技大会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等大型活动的招商赞助与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门票销售方案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737360"/>
            <a:ext cx="19659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🏭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60604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园区招商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产业园、科技园招商推介会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助力园区入驻企业招引和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产业基金对接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737360"/>
            <a:ext cx="19659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📚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培训会 / 训练营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企业培训、实战训练营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设计从免费公开课到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付费课程的转化路径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73736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737360"/>
            <a:ext cx="196596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🍷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90372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沙龙 / 私享会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3108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高端闭门沙龙、行业论坛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强调圈层价值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实现品牌合作与咨询转化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使用流程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步生成招商增长方案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80160" y="2651760"/>
            <a:ext cx="65836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10312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获取 API Key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从通义千问、DeepSeek 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任一服务商免费注册获取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803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填写活动信息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输入名称、类型、受众、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规模等基本信息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10312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智能生成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分钟内 AI 输出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11 模块方案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210312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导出使用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 Word/PDF/MD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直接用于招商执行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竞争优势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MeetGrow AI vs 传统方式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19456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传统人工方式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通用AI工具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MeetGrow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方案生成时间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3-7 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30-60 分钟（需反复调整）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分钟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方案完整度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依赖个人经验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需手动拼装各模块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模块一次性完整输出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话术模板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无或需额外编写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生成质量不稳定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每模块内置专业话术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执行清单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通常没有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需要手动整理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每模块自带执行清单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行业适配度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看个人能力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通用，需大量调优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深度适配会展招商场景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使用门槛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需要专业团队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 Prompt 技巧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填入表单即可使用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产品演示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实际输出效果展示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3200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2026 企业 AI 落地增长峰会 — 招商增长方案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模块一：大会定位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一、核心价值主张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本次大会定位为 "2026 企业 AI 落地增长峰会"，聚焦传统制造业与中小企业的 AI 实战落地，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区别于市面上的概念分享型会议。核心差异化：80% 实战案例 + 20% 方法论，现场签约对接。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二、目标市场容量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核心受众：年产值 5000 万以上的传统企业主（全国约 12.6 万家）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预计触达：通过线上线下组合传播覆盖 5 万+ 目标人群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预期招商成果：冠名赞助 1 家 ¥50万 + 钻石赞助 3 家 ¥20万 + 金牌赞助 8 家 ¥8万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执行清单：1. 确认大会主题 slogan  2. 制作竞品对比分析表  3. 完成品牌视觉VI定义...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价格方案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简单透明的定价策略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免费体验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¥0</a:t>
            </a:r>
            <a:pPr algn="ctr" indent="0" marL="0">
              <a:buNone/>
            </a:pP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免费试用 3 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11 模块输出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621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AI 模型可选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多格式导出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1737360"/>
            <a:ext cx="269748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73736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9080" y="1554480"/>
            <a:ext cx="14173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最受欢迎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个人版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¥3,999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/年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2900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有效期内无限次使用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无限次方案生成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4760" y="3621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全部高级功能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历史记录管理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4279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方案对比功能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1737360"/>
            <a:ext cx="269748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企业团购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</a:t>
            </a:r>
            <a:pPr algn="ctr" indent="0" marL="0">
              <a:buNone/>
            </a:pP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30936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5人起购 最高7折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包含个人版全部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3621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5人团购 8 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20人团购 7 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4279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专属客服支持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商业前景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收入增长预测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691640"/>
            <a:ext cx="301752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首月收入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¥2万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26517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季度累计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¥25万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43600" y="2971800"/>
            <a:ext cx="26517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年度预测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¥80万+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0" y="3657600"/>
            <a:ext cx="26517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C55E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市场机遇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千亿会展市场的 AI 新蓝海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65960" cy="2011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1.2万亿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中国会展经济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737360"/>
            <a:ext cx="1965960" cy="2011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10万+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每年举办的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商业活动数量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1965960" cy="2011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主办方仍在用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传统方式招商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1965960" cy="2011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招商工具的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市场渗透率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会展行业正处于数字化转型的关键窗口期。AI 招商工具的市场渗透率不足 1%，先发优势明显。MeetGrow AI 以极低的使用门槛和显著的效率提升，有望成为行业标配工具。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发展路线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产品发展规划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6596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19659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已完成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上线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4173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 Web 应用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 AI 模型集成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6941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模块方案生成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0782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激活码付费体系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1737360"/>
            <a:ext cx="196596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737360"/>
            <a:ext cx="19659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功能迭代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80360" y="2834640"/>
            <a:ext cx="14173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团队协作功能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行业模板库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6941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数据分析看板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0782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接口开放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196596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737360"/>
            <a:ext cx="19659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生态扩展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2834640"/>
            <a:ext cx="14173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平台化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代理商分销体系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36941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行业解决方案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40782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企业定制版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1737360"/>
            <a:ext cx="1965960" cy="3017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03720" y="173736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78040" y="2834640"/>
            <a:ext cx="14173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全国渠道网络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行业数据资产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6941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模型自训练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40782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资本化运作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22C55E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-1828800"/>
            <a:ext cx="3657600" cy="3657600"/>
          </a:xfrm>
          <a:prstGeom prst="ellipse">
            <a:avLst/>
          </a:prstGeom>
          <a:solidFill>
            <a:srgbClr val="A855F7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548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MeetGrow AI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会展招商增长智能体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开始用 AI 驱动您的招商增长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免费试用 3 次完整方案生成，体验冠军级招商方法论的威力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429000"/>
            <a:ext cx="4572000" cy="1188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微信 / 电话：18969081266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在线体验：yigenfeng0707-netizen.github.io/meetgrow-ai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MeetGrow AI  |  让每一场活动都实现招商最大化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MeetGrow AI - 会展招商增长智能体 产品介绍</dc:title>
  <dc:subject>PptxGenJS Presentation</dc:subject>
  <dc:creator>MeetGrow AI</dc:creator>
  <cp:lastModifiedBy>MeetGrow AI</cp:lastModifiedBy>
  <cp:revision>1</cp:revision>
  <dcterms:created xsi:type="dcterms:W3CDTF">2026-06-03T02:17:54Z</dcterms:created>
  <dcterms:modified xsi:type="dcterms:W3CDTF">2026-06-03T02:17:54Z</dcterms:modified>
</cp:coreProperties>
</file>